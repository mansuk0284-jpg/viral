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title style</a:t>
            </a:r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SamsungOneKoreanOTF 400"/>
                <a:ea typeface="SamsungOneKoreanOTF 400"/>
                <a:cs typeface="SamsungOneKoreanOTF 40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SamsungOneKoreanOTF 400"/>
                <a:ea typeface="SamsungOneKoreanOTF 400"/>
                <a:cs typeface="SamsungOneKoreanOTF 400"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SamsungOneKoreanOTF 400"/>
                <a:ea typeface="SamsungOneKoreanOTF 400"/>
                <a:cs typeface="SamsungOneKoreanOTF 400"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SamsungOneKoreanOTF 400"/>
                <a:ea typeface="SamsungOneKoreanOTF 400"/>
                <a:cs typeface="SamsungOneKoreanOTF 400"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SamsungOneKoreanOTF 400"/>
                <a:ea typeface="SamsungOneKoreanOTF 400"/>
                <a:cs typeface="SamsungOneKoreanOTF 400"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SamsungOneKoreanOTF 400"/>
                <a:ea typeface="SamsungOneKoreanOTF 400"/>
                <a:cs typeface="SamsungOneKoreanOTF 400"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SamsungOneKoreanOTF 400"/>
                <a:ea typeface="SamsungOneKoreanOTF 400"/>
                <a:cs typeface="SamsungOneKoreanOTF 400"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SamsungOneKoreanOTF 400"/>
                <a:ea typeface="SamsungOneKoreanOTF 400"/>
                <a:cs typeface="SamsungOneKoreanOTF 400"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SamsungOneKoreanOTF 400"/>
                <a:ea typeface="SamsungOneKoreanOTF 400"/>
                <a:cs typeface="SamsungOneKoreanOTF 400"/>
              </a:defRPr>
            </a:lvl9pPr>
          </a:lstStyle>
          <a:p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subtitle style</a:t>
            </a:r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SamsungOneKoreanOTF 400"/>
                <a:ea typeface="SamsungOneKoreanOTF 400"/>
                <a:cs typeface="SamsungOneKoreanOTF 400"/>
              </a:rPr>
              <a:t>1/27/13</a:t>
            </a:fld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SamsungOneKoreanOTF 400"/>
                <a:ea typeface="SamsungOneKoreanOTF 400"/>
                <a:cs typeface="SamsungOneKoreanOTF 400"/>
              </a:rPr>
              <a:t>‹#›</a:t>
            </a:fld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title style</a:t>
            </a:r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text styles</a:t>
            </a:r>
          </a:p>
          <a:p>
            <a:pPr lvl="1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Second level</a:t>
            </a:r>
          </a:p>
          <a:p>
            <a:pPr lvl="2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Third level</a:t>
            </a:r>
          </a:p>
          <a:p>
            <a:pPr lvl="3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Fourth level</a:t>
            </a:r>
          </a:p>
          <a:p>
            <a:pPr lvl="4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Fifth level</a:t>
            </a:r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SamsungOneKoreanOTF 400"/>
                <a:ea typeface="SamsungOneKoreanOTF 400"/>
                <a:cs typeface="SamsungOneKoreanOTF 400"/>
              </a:rPr>
              <a:t>1/27/13</a:t>
            </a:fld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SamsungOneKoreanOTF 400"/>
                <a:ea typeface="SamsungOneKoreanOTF 400"/>
                <a:cs typeface="SamsungOneKoreanOTF 400"/>
              </a:rPr>
              <a:t>‹#›</a:t>
            </a:fld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cap="all">
                <a:latin typeface="SamsungOneKoreanOTF 700"/>
                <a:ea typeface="SamsungOneKoreanOTF 700"/>
                <a:cs typeface="SamsungOneKoreanOTF 700"/>
              </a:defRPr>
            </a:lvl1pPr>
          </a:lstStyle>
          <a:p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title style</a:t>
            </a:r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SamsungOneKoreanOTF 500"/>
                <a:ea typeface="SamsungOneKoreanOTF 500"/>
                <a:cs typeface="SamsungOneKoreanOTF 50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SamsungOneKoreanOTF 500"/>
                <a:ea typeface="SamsungOneKoreanOTF 500"/>
                <a:cs typeface="SamsungOneKoreanOTF 500"/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SamsungOneKoreanOTF 400"/>
                <a:ea typeface="SamsungOneKoreanOTF 400"/>
                <a:cs typeface="SamsungOneKoreanOTF 400"/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SamsungOneKoreanOTF 400"/>
                <a:ea typeface="SamsungOneKoreanOTF 400"/>
                <a:cs typeface="SamsungOneKoreanOTF 400"/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SamsungOneKoreanOTF 400"/>
                <a:ea typeface="SamsungOneKoreanOTF 400"/>
                <a:cs typeface="SamsungOneKoreanOTF 400"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SamsungOneKoreanOTF 400"/>
                <a:ea typeface="SamsungOneKoreanOTF 400"/>
                <a:cs typeface="SamsungOneKoreanOTF 400"/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SamsungOneKoreanOTF 400"/>
                <a:ea typeface="SamsungOneKoreanOTF 400"/>
                <a:cs typeface="SamsungOneKoreanOTF 400"/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SamsungOneKoreanOTF 400"/>
                <a:ea typeface="SamsungOneKoreanOTF 400"/>
                <a:cs typeface="SamsungOneKoreanOTF 400"/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SamsungOneKoreanOTF 400"/>
                <a:ea typeface="SamsungOneKoreanOTF 400"/>
                <a:cs typeface="SamsungOneKoreanOTF 400"/>
              </a:defRPr>
            </a:lvl9pPr>
          </a:lstStyle>
          <a:p>
            <a:pPr lvl="0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SamsungOneKoreanOTF 400"/>
                <a:ea typeface="SamsungOneKoreanOTF 400"/>
                <a:cs typeface="SamsungOneKoreanOTF 400"/>
              </a:rPr>
              <a:t>1/27/13</a:t>
            </a:fld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SamsungOneKoreanOTF 400"/>
                <a:ea typeface="SamsungOneKoreanOTF 400"/>
                <a:cs typeface="SamsungOneKoreanOTF 400"/>
              </a:rPr>
              <a:t>‹#›</a:t>
            </a:fld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title style</a:t>
            </a:r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SamsungOneKoreanOTF 500"/>
                <a:ea typeface="SamsungOneKoreanOTF 500"/>
                <a:cs typeface="SamsungOneKoreanOTF 500"/>
              </a:defRPr>
            </a:lvl1pPr>
            <a:lvl2pPr>
              <a:defRPr sz="2400">
                <a:latin typeface="SamsungOneKoreanOTF 500"/>
                <a:ea typeface="SamsungOneKoreanOTF 500"/>
                <a:cs typeface="SamsungOneKoreanOTF 500"/>
              </a:defRPr>
            </a:lvl2pPr>
            <a:lvl3pPr>
              <a:defRPr sz="2000">
                <a:latin typeface="SamsungOneKoreanOTF 500"/>
                <a:ea typeface="SamsungOneKoreanOTF 500"/>
                <a:cs typeface="SamsungOneKoreanOTF 500"/>
              </a:defRPr>
            </a:lvl3pPr>
            <a:lvl4pPr>
              <a:defRPr sz="1800">
                <a:latin typeface="SamsungOneKoreanOTF 500"/>
                <a:ea typeface="SamsungOneKoreanOTF 500"/>
                <a:cs typeface="SamsungOneKoreanOTF 500"/>
              </a:defRPr>
            </a:lvl4pPr>
            <a:lvl5pPr>
              <a:defRPr sz="1800">
                <a:latin typeface="SamsungOneKoreanOTF 500"/>
                <a:ea typeface="SamsungOneKoreanOTF 500"/>
                <a:cs typeface="SamsungOneKoreanOTF 500"/>
              </a:defRPr>
            </a:lvl5pPr>
            <a:lvl6pPr>
              <a:defRPr sz="1800">
                <a:latin typeface="SamsungOneKoreanOTF 500"/>
                <a:ea typeface="SamsungOneKoreanOTF 500"/>
                <a:cs typeface="SamsungOneKoreanOTF 500"/>
              </a:defRPr>
            </a:lvl6pPr>
            <a:lvl7pPr>
              <a:defRPr sz="1800">
                <a:latin typeface="SamsungOneKoreanOTF 500"/>
                <a:ea typeface="SamsungOneKoreanOTF 500"/>
                <a:cs typeface="SamsungOneKoreanOTF 500"/>
              </a:defRPr>
            </a:lvl7pPr>
            <a:lvl8pPr>
              <a:defRPr sz="1800">
                <a:latin typeface="SamsungOneKoreanOTF 500"/>
                <a:ea typeface="SamsungOneKoreanOTF 500"/>
                <a:cs typeface="SamsungOneKoreanOTF 500"/>
              </a:defRPr>
            </a:lvl8pPr>
            <a:lvl9pPr>
              <a:defRPr sz="1800">
                <a:latin typeface="SamsungOneKoreanOTF 500"/>
                <a:ea typeface="SamsungOneKoreanOTF 500"/>
                <a:cs typeface="SamsungOneKoreanOTF 500"/>
              </a:defRPr>
            </a:lvl9pPr>
          </a:lstStyle>
          <a:p>
            <a:pPr lvl="0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text styles</a:t>
            </a:r>
          </a:p>
          <a:p>
            <a:pPr lvl="1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Second level</a:t>
            </a:r>
          </a:p>
          <a:p>
            <a:pPr lvl="2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Third level</a:t>
            </a:r>
          </a:p>
          <a:p>
            <a:pPr lvl="3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Fourth level</a:t>
            </a:r>
          </a:p>
          <a:p>
            <a:pPr lvl="4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Fifth level</a:t>
            </a:r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SamsungOneKoreanOTF 500"/>
                <a:ea typeface="SamsungOneKoreanOTF 500"/>
                <a:cs typeface="SamsungOneKoreanOTF 500"/>
              </a:defRPr>
            </a:lvl1pPr>
            <a:lvl2pPr>
              <a:defRPr sz="2400">
                <a:latin typeface="SamsungOneKoreanOTF 500"/>
                <a:ea typeface="SamsungOneKoreanOTF 500"/>
                <a:cs typeface="SamsungOneKoreanOTF 500"/>
              </a:defRPr>
            </a:lvl2pPr>
            <a:lvl3pPr>
              <a:defRPr sz="2000">
                <a:latin typeface="SamsungOneKoreanOTF 500"/>
                <a:ea typeface="SamsungOneKoreanOTF 500"/>
                <a:cs typeface="SamsungOneKoreanOTF 500"/>
              </a:defRPr>
            </a:lvl3pPr>
            <a:lvl4pPr>
              <a:defRPr sz="1800">
                <a:latin typeface="SamsungOneKoreanOTF 500"/>
                <a:ea typeface="SamsungOneKoreanOTF 500"/>
                <a:cs typeface="SamsungOneKoreanOTF 500"/>
              </a:defRPr>
            </a:lvl4pPr>
            <a:lvl5pPr>
              <a:defRPr sz="1800">
                <a:latin typeface="SamsungOneKoreanOTF 500"/>
                <a:ea typeface="SamsungOneKoreanOTF 500"/>
                <a:cs typeface="SamsungOneKoreanOTF 500"/>
              </a:defRPr>
            </a:lvl5pPr>
            <a:lvl6pPr>
              <a:defRPr sz="1800">
                <a:latin typeface="SamsungOneKoreanOTF 500"/>
                <a:ea typeface="SamsungOneKoreanOTF 500"/>
                <a:cs typeface="SamsungOneKoreanOTF 500"/>
              </a:defRPr>
            </a:lvl6pPr>
            <a:lvl7pPr>
              <a:defRPr sz="1800">
                <a:latin typeface="SamsungOneKoreanOTF 500"/>
                <a:ea typeface="SamsungOneKoreanOTF 500"/>
                <a:cs typeface="SamsungOneKoreanOTF 500"/>
              </a:defRPr>
            </a:lvl7pPr>
            <a:lvl8pPr>
              <a:defRPr sz="1800">
                <a:latin typeface="SamsungOneKoreanOTF 500"/>
                <a:ea typeface="SamsungOneKoreanOTF 500"/>
                <a:cs typeface="SamsungOneKoreanOTF 500"/>
              </a:defRPr>
            </a:lvl8pPr>
            <a:lvl9pPr>
              <a:defRPr sz="1800">
                <a:latin typeface="SamsungOneKoreanOTF 500"/>
                <a:ea typeface="SamsungOneKoreanOTF 500"/>
                <a:cs typeface="SamsungOneKoreanOTF 500"/>
              </a:defRPr>
            </a:lvl9pPr>
          </a:lstStyle>
          <a:p>
            <a:pPr lvl="0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text styles</a:t>
            </a:r>
          </a:p>
          <a:p>
            <a:pPr lvl="1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Second level</a:t>
            </a:r>
          </a:p>
          <a:p>
            <a:pPr lvl="2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Third level</a:t>
            </a:r>
          </a:p>
          <a:p>
            <a:pPr lvl="3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Fourth level</a:t>
            </a:r>
          </a:p>
          <a:p>
            <a:pPr lvl="4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Fifth level</a:t>
            </a:r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SamsungOneKoreanOTF 400"/>
                <a:ea typeface="SamsungOneKoreanOTF 400"/>
                <a:cs typeface="SamsungOneKoreanOTF 400"/>
              </a:rPr>
              <a:t>1/27/13</a:t>
            </a:fld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SamsungOneKoreanOTF 400"/>
                <a:ea typeface="SamsungOneKoreanOTF 400"/>
                <a:cs typeface="SamsungOneKoreanOTF 400"/>
              </a:rPr>
              <a:t>‹#›</a:t>
            </a:fld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amsungOneKoreanOTF 400"/>
                <a:ea typeface="SamsungOneKoreanOTF 400"/>
                <a:cs typeface="SamsungOneKoreanOTF 400"/>
              </a:defRPr>
            </a:lvl1pPr>
          </a:lstStyle>
          <a:p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title style</a:t>
            </a:r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>
                <a:latin typeface="SamsungOneKoreanOTF 700"/>
                <a:ea typeface="SamsungOneKoreanOTF 700"/>
                <a:cs typeface="SamsungOneKoreanOTF 700"/>
              </a:defRPr>
            </a:lvl1pPr>
            <a:lvl2pPr marL="457200" indent="0">
              <a:buNone/>
              <a:defRPr sz="2000">
                <a:latin typeface="SamsungOneKoreanOTF 700"/>
                <a:ea typeface="SamsungOneKoreanOTF 700"/>
                <a:cs typeface="SamsungOneKoreanOTF 700"/>
              </a:defRPr>
            </a:lvl2pPr>
            <a:lvl3pPr marL="914400" indent="0">
              <a:buNone/>
              <a:defRPr sz="1800">
                <a:latin typeface="SamsungOneKoreanOTF 700"/>
                <a:ea typeface="SamsungOneKoreanOTF 700"/>
                <a:cs typeface="SamsungOneKoreanOTF 700"/>
              </a:defRPr>
            </a:lvl3pPr>
            <a:lvl4pPr marL="1371600" indent="0">
              <a:buNone/>
              <a:defRPr sz="1600">
                <a:latin typeface="SamsungOneKoreanOTF 500"/>
                <a:ea typeface="SamsungOneKoreanOTF 500"/>
                <a:cs typeface="SamsungOneKoreanOTF 500"/>
              </a:defRPr>
            </a:lvl4pPr>
            <a:lvl5pPr marL="1828800" indent="0">
              <a:buNone/>
              <a:defRPr sz="1600">
                <a:latin typeface="SamsungOneKoreanOTF 500"/>
                <a:ea typeface="SamsungOneKoreanOTF 500"/>
                <a:cs typeface="SamsungOneKoreanOTF 500"/>
              </a:defRPr>
            </a:lvl5pPr>
            <a:lvl6pPr marL="2286000" indent="0">
              <a:buNone/>
              <a:defRPr sz="1600">
                <a:latin typeface="SamsungOneKoreanOTF 500"/>
                <a:ea typeface="SamsungOneKoreanOTF 500"/>
                <a:cs typeface="SamsungOneKoreanOTF 500"/>
              </a:defRPr>
            </a:lvl6pPr>
            <a:lvl7pPr marL="2743200" indent="0">
              <a:buNone/>
              <a:defRPr sz="1600">
                <a:latin typeface="SamsungOneKoreanOTF 500"/>
                <a:ea typeface="SamsungOneKoreanOTF 500"/>
                <a:cs typeface="SamsungOneKoreanOTF 500"/>
              </a:defRPr>
            </a:lvl7pPr>
            <a:lvl8pPr marL="3200400" indent="0">
              <a:buNone/>
              <a:defRPr sz="1600">
                <a:latin typeface="SamsungOneKoreanOTF 500"/>
                <a:ea typeface="SamsungOneKoreanOTF 500"/>
                <a:cs typeface="SamsungOneKoreanOTF 500"/>
              </a:defRPr>
            </a:lvl8pPr>
            <a:lvl9pPr marL="3657600" indent="0">
              <a:buNone/>
              <a:defRPr sz="1600">
                <a:latin typeface="SamsungOneKoreanOTF 500"/>
                <a:ea typeface="SamsungOneKoreanOTF 500"/>
                <a:cs typeface="SamsungOneKoreanOTF 500"/>
              </a:defRPr>
            </a:lvl9pPr>
          </a:lstStyle>
          <a:p>
            <a:pPr lvl="0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SamsungOneKoreanOTF 500"/>
                <a:ea typeface="SamsungOneKoreanOTF 500"/>
                <a:cs typeface="SamsungOneKoreanOTF 500"/>
              </a:defRPr>
            </a:lvl1pPr>
            <a:lvl2pPr>
              <a:defRPr sz="2000">
                <a:latin typeface="SamsungOneKoreanOTF 500"/>
                <a:ea typeface="SamsungOneKoreanOTF 500"/>
                <a:cs typeface="SamsungOneKoreanOTF 500"/>
              </a:defRPr>
            </a:lvl2pPr>
            <a:lvl3pPr>
              <a:defRPr sz="1800">
                <a:latin typeface="SamsungOneKoreanOTF 500"/>
                <a:ea typeface="SamsungOneKoreanOTF 500"/>
                <a:cs typeface="SamsungOneKoreanOTF 500"/>
              </a:defRPr>
            </a:lvl3pPr>
            <a:lvl4pPr>
              <a:defRPr sz="1600">
                <a:latin typeface="SamsungOneKoreanOTF 400"/>
                <a:ea typeface="SamsungOneKoreanOTF 400"/>
                <a:cs typeface="SamsungOneKoreanOTF 400"/>
              </a:defRPr>
            </a:lvl4pPr>
            <a:lvl5pPr>
              <a:defRPr sz="1600">
                <a:latin typeface="SamsungOneKoreanOTF 400"/>
                <a:ea typeface="SamsungOneKoreanOTF 400"/>
                <a:cs typeface="SamsungOneKoreanOTF 400"/>
              </a:defRPr>
            </a:lvl5pPr>
            <a:lvl6pPr>
              <a:defRPr sz="1600">
                <a:latin typeface="SamsungOneKoreanOTF 400"/>
                <a:ea typeface="SamsungOneKoreanOTF 400"/>
                <a:cs typeface="SamsungOneKoreanOTF 400"/>
              </a:defRPr>
            </a:lvl6pPr>
            <a:lvl7pPr>
              <a:defRPr sz="1600">
                <a:latin typeface="SamsungOneKoreanOTF 400"/>
                <a:ea typeface="SamsungOneKoreanOTF 400"/>
                <a:cs typeface="SamsungOneKoreanOTF 400"/>
              </a:defRPr>
            </a:lvl7pPr>
            <a:lvl8pPr>
              <a:defRPr sz="1600">
                <a:latin typeface="SamsungOneKoreanOTF 400"/>
                <a:ea typeface="SamsungOneKoreanOTF 400"/>
                <a:cs typeface="SamsungOneKoreanOTF 400"/>
              </a:defRPr>
            </a:lvl8pPr>
            <a:lvl9pPr>
              <a:defRPr sz="1600">
                <a:latin typeface="SamsungOneKoreanOTF 400"/>
                <a:ea typeface="SamsungOneKoreanOTF 400"/>
                <a:cs typeface="SamsungOneKoreanOTF 400"/>
              </a:defRPr>
            </a:lvl9pPr>
          </a:lstStyle>
          <a:p>
            <a:pPr lvl="0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text styles</a:t>
            </a:r>
          </a:p>
          <a:p>
            <a:pPr lvl="1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Second level</a:t>
            </a:r>
          </a:p>
          <a:p>
            <a:pPr lvl="2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Third level</a:t>
            </a:r>
          </a:p>
          <a:p>
            <a:pPr lvl="3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Fourth level</a:t>
            </a:r>
          </a:p>
          <a:p>
            <a:pPr lvl="4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Fifth level</a:t>
            </a:r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>
                <a:latin typeface="SamsungOneKoreanOTF 700"/>
                <a:ea typeface="SamsungOneKoreanOTF 700"/>
                <a:cs typeface="SamsungOneKoreanOTF 700"/>
              </a:defRPr>
            </a:lvl1pPr>
            <a:lvl2pPr marL="457200" indent="0">
              <a:buNone/>
              <a:defRPr sz="2000">
                <a:latin typeface="SamsungOneKoreanOTF 700"/>
                <a:ea typeface="SamsungOneKoreanOTF 700"/>
                <a:cs typeface="SamsungOneKoreanOTF 700"/>
              </a:defRPr>
            </a:lvl2pPr>
            <a:lvl3pPr marL="914400" indent="0">
              <a:buNone/>
              <a:defRPr sz="1800">
                <a:latin typeface="SamsungOneKoreanOTF 700"/>
                <a:ea typeface="SamsungOneKoreanOTF 700"/>
                <a:cs typeface="SamsungOneKoreanOTF 700"/>
              </a:defRPr>
            </a:lvl3pPr>
            <a:lvl4pPr marL="1371600" indent="0">
              <a:buNone/>
              <a:defRPr sz="1600">
                <a:latin typeface="SamsungOneKoreanOTF 500"/>
                <a:ea typeface="SamsungOneKoreanOTF 500"/>
                <a:cs typeface="SamsungOneKoreanOTF 500"/>
              </a:defRPr>
            </a:lvl4pPr>
            <a:lvl5pPr marL="1828800" indent="0">
              <a:buNone/>
              <a:defRPr sz="1600">
                <a:latin typeface="SamsungOneKoreanOTF 500"/>
                <a:ea typeface="SamsungOneKoreanOTF 500"/>
                <a:cs typeface="SamsungOneKoreanOTF 500"/>
              </a:defRPr>
            </a:lvl5pPr>
            <a:lvl6pPr marL="2286000" indent="0">
              <a:buNone/>
              <a:defRPr sz="1600">
                <a:latin typeface="SamsungOneKoreanOTF 500"/>
                <a:ea typeface="SamsungOneKoreanOTF 500"/>
                <a:cs typeface="SamsungOneKoreanOTF 500"/>
              </a:defRPr>
            </a:lvl6pPr>
            <a:lvl7pPr marL="2743200" indent="0">
              <a:buNone/>
              <a:defRPr sz="1600">
                <a:latin typeface="SamsungOneKoreanOTF 500"/>
                <a:ea typeface="SamsungOneKoreanOTF 500"/>
                <a:cs typeface="SamsungOneKoreanOTF 500"/>
              </a:defRPr>
            </a:lvl7pPr>
            <a:lvl8pPr marL="3200400" indent="0">
              <a:buNone/>
              <a:defRPr sz="1600">
                <a:latin typeface="SamsungOneKoreanOTF 500"/>
                <a:ea typeface="SamsungOneKoreanOTF 500"/>
                <a:cs typeface="SamsungOneKoreanOTF 500"/>
              </a:defRPr>
            </a:lvl8pPr>
            <a:lvl9pPr marL="3657600" indent="0">
              <a:buNone/>
              <a:defRPr sz="1600">
                <a:latin typeface="SamsungOneKoreanOTF 500"/>
                <a:ea typeface="SamsungOneKoreanOTF 500"/>
                <a:cs typeface="SamsungOneKoreanOTF 500"/>
              </a:defRPr>
            </a:lvl9pPr>
          </a:lstStyle>
          <a:p>
            <a:pPr lvl="0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SamsungOneKoreanOTF 500"/>
                <a:ea typeface="SamsungOneKoreanOTF 500"/>
                <a:cs typeface="SamsungOneKoreanOTF 500"/>
              </a:defRPr>
            </a:lvl1pPr>
            <a:lvl2pPr>
              <a:defRPr sz="2000">
                <a:latin typeface="SamsungOneKoreanOTF 500"/>
                <a:ea typeface="SamsungOneKoreanOTF 500"/>
                <a:cs typeface="SamsungOneKoreanOTF 500"/>
              </a:defRPr>
            </a:lvl2pPr>
            <a:lvl3pPr>
              <a:defRPr sz="1800">
                <a:latin typeface="SamsungOneKoreanOTF 500"/>
                <a:ea typeface="SamsungOneKoreanOTF 500"/>
                <a:cs typeface="SamsungOneKoreanOTF 500"/>
              </a:defRPr>
            </a:lvl3pPr>
            <a:lvl4pPr>
              <a:defRPr sz="1600">
                <a:latin typeface="SamsungOneKoreanOTF 400"/>
                <a:ea typeface="SamsungOneKoreanOTF 400"/>
                <a:cs typeface="SamsungOneKoreanOTF 400"/>
              </a:defRPr>
            </a:lvl4pPr>
            <a:lvl5pPr>
              <a:defRPr sz="1600">
                <a:latin typeface="SamsungOneKoreanOTF 400"/>
                <a:ea typeface="SamsungOneKoreanOTF 400"/>
                <a:cs typeface="SamsungOneKoreanOTF 400"/>
              </a:defRPr>
            </a:lvl5pPr>
            <a:lvl6pPr>
              <a:defRPr sz="1600">
                <a:latin typeface="SamsungOneKoreanOTF 400"/>
                <a:ea typeface="SamsungOneKoreanOTF 400"/>
                <a:cs typeface="SamsungOneKoreanOTF 400"/>
              </a:defRPr>
            </a:lvl6pPr>
            <a:lvl7pPr>
              <a:defRPr sz="1600">
                <a:latin typeface="SamsungOneKoreanOTF 400"/>
                <a:ea typeface="SamsungOneKoreanOTF 400"/>
                <a:cs typeface="SamsungOneKoreanOTF 400"/>
              </a:defRPr>
            </a:lvl7pPr>
            <a:lvl8pPr>
              <a:defRPr sz="1600">
                <a:latin typeface="SamsungOneKoreanOTF 400"/>
                <a:ea typeface="SamsungOneKoreanOTF 400"/>
                <a:cs typeface="SamsungOneKoreanOTF 400"/>
              </a:defRPr>
            </a:lvl8pPr>
            <a:lvl9pPr>
              <a:defRPr sz="1600">
                <a:latin typeface="SamsungOneKoreanOTF 400"/>
                <a:ea typeface="SamsungOneKoreanOTF 400"/>
                <a:cs typeface="SamsungOneKoreanOTF 400"/>
              </a:defRPr>
            </a:lvl9pPr>
          </a:lstStyle>
          <a:p>
            <a:pPr lvl="0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text styles</a:t>
            </a:r>
          </a:p>
          <a:p>
            <a:pPr lvl="1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Second level</a:t>
            </a:r>
          </a:p>
          <a:p>
            <a:pPr lvl="2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Third level</a:t>
            </a:r>
          </a:p>
          <a:p>
            <a:pPr lvl="3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Fourth level</a:t>
            </a:r>
          </a:p>
          <a:p>
            <a:pPr lvl="4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Fifth level</a:t>
            </a:r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SamsungOneKoreanOTF 400"/>
                <a:ea typeface="SamsungOneKoreanOTF 400"/>
                <a:cs typeface="SamsungOneKoreanOTF 400"/>
              </a:rPr>
              <a:t>1/27/13</a:t>
            </a:fld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SamsungOneKoreanOTF 400"/>
                <a:ea typeface="SamsungOneKoreanOTF 400"/>
                <a:cs typeface="SamsungOneKoreanOTF 400"/>
              </a:rPr>
              <a:t>‹#›</a:t>
            </a:fld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title style</a:t>
            </a:r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SamsungOneKoreanOTF 400"/>
                <a:ea typeface="SamsungOneKoreanOTF 400"/>
                <a:cs typeface="SamsungOneKoreanOTF 400"/>
              </a:rPr>
              <a:t>1/27/13</a:t>
            </a:fld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SamsungOneKoreanOTF 400"/>
                <a:ea typeface="SamsungOneKoreanOTF 400"/>
                <a:cs typeface="SamsungOneKoreanOTF 400"/>
              </a:rPr>
              <a:t>‹#›</a:t>
            </a:fld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SamsungOneKoreanOTF 400"/>
                <a:ea typeface="SamsungOneKoreanOTF 400"/>
                <a:cs typeface="SamsungOneKoreanOTF 400"/>
              </a:rPr>
              <a:t>1/27/13</a:t>
            </a:fld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SamsungOneKoreanOTF 400"/>
                <a:ea typeface="SamsungOneKoreanOTF 400"/>
                <a:cs typeface="SamsungOneKoreanOTF 400"/>
              </a:rPr>
              <a:t>‹#›</a:t>
            </a:fld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>
                <a:latin typeface="SamsungOneKoreanOTF 700"/>
                <a:ea typeface="SamsungOneKoreanOTF 700"/>
                <a:cs typeface="SamsungOneKoreanOTF 700"/>
              </a:defRPr>
            </a:lvl1pPr>
          </a:lstStyle>
          <a:p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title style</a:t>
            </a:r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SamsungOneKoreanOTF 700"/>
                <a:ea typeface="SamsungOneKoreanOTF 700"/>
                <a:cs typeface="SamsungOneKoreanOTF 700"/>
              </a:defRPr>
            </a:lvl1pPr>
            <a:lvl2pPr>
              <a:defRPr sz="2800">
                <a:latin typeface="SamsungOneKoreanOTF 500"/>
                <a:ea typeface="SamsungOneKoreanOTF 500"/>
                <a:cs typeface="SamsungOneKoreanOTF 500"/>
              </a:defRPr>
            </a:lvl2pPr>
            <a:lvl3pPr>
              <a:defRPr sz="2400">
                <a:latin typeface="SamsungOneKoreanOTF 500"/>
                <a:ea typeface="SamsungOneKoreanOTF 500"/>
                <a:cs typeface="SamsungOneKoreanOTF 500"/>
              </a:defRPr>
            </a:lvl3pPr>
            <a:lvl4pPr>
              <a:defRPr sz="2000">
                <a:latin typeface="SamsungOneKoreanOTF 500"/>
                <a:ea typeface="SamsungOneKoreanOTF 500"/>
                <a:cs typeface="SamsungOneKoreanOTF 500"/>
              </a:defRPr>
            </a:lvl4pPr>
            <a:lvl5pPr>
              <a:defRPr sz="2000">
                <a:latin typeface="SamsungOneKoreanOTF 500"/>
                <a:ea typeface="SamsungOneKoreanOTF 500"/>
                <a:cs typeface="SamsungOneKoreanOTF 500"/>
              </a:defRPr>
            </a:lvl5pPr>
            <a:lvl6pPr>
              <a:defRPr sz="2000">
                <a:latin typeface="SamsungOneKoreanOTF 500"/>
                <a:ea typeface="SamsungOneKoreanOTF 500"/>
                <a:cs typeface="SamsungOneKoreanOTF 500"/>
              </a:defRPr>
            </a:lvl6pPr>
            <a:lvl7pPr>
              <a:defRPr sz="2000">
                <a:latin typeface="SamsungOneKoreanOTF 500"/>
                <a:ea typeface="SamsungOneKoreanOTF 500"/>
                <a:cs typeface="SamsungOneKoreanOTF 500"/>
              </a:defRPr>
            </a:lvl7pPr>
            <a:lvl8pPr>
              <a:defRPr sz="2000">
                <a:latin typeface="SamsungOneKoreanOTF 500"/>
                <a:ea typeface="SamsungOneKoreanOTF 500"/>
                <a:cs typeface="SamsungOneKoreanOTF 500"/>
              </a:defRPr>
            </a:lvl8pPr>
            <a:lvl9pPr>
              <a:defRPr sz="2000">
                <a:latin typeface="SamsungOneKoreanOTF 500"/>
                <a:ea typeface="SamsungOneKoreanOTF 500"/>
                <a:cs typeface="SamsungOneKoreanOTF 500"/>
              </a:defRPr>
            </a:lvl9pPr>
          </a:lstStyle>
          <a:p>
            <a:pPr lvl="0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text styles</a:t>
            </a:r>
          </a:p>
          <a:p>
            <a:pPr lvl="1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Second level</a:t>
            </a:r>
          </a:p>
          <a:p>
            <a:pPr lvl="2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Third level</a:t>
            </a:r>
          </a:p>
          <a:p>
            <a:pPr lvl="3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Fourth level</a:t>
            </a:r>
          </a:p>
          <a:p>
            <a:pPr lvl="4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Fifth level</a:t>
            </a:r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SamsungOneKoreanOTF 400"/>
                <a:ea typeface="SamsungOneKoreanOTF 400"/>
                <a:cs typeface="SamsungOneKoreanOTF 400"/>
              </a:defRPr>
            </a:lvl1pPr>
            <a:lvl2pPr marL="457200" indent="0">
              <a:buNone/>
              <a:defRPr sz="1200">
                <a:latin typeface="SamsungOneKoreanOTF 400"/>
                <a:ea typeface="SamsungOneKoreanOTF 400"/>
                <a:cs typeface="SamsungOneKoreanOTF 400"/>
              </a:defRPr>
            </a:lvl2pPr>
            <a:lvl3pPr marL="914400" indent="0">
              <a:buNone/>
              <a:defRPr sz="1000">
                <a:latin typeface="SamsungOneKoreanOTF 400"/>
                <a:ea typeface="SamsungOneKoreanOTF 400"/>
                <a:cs typeface="SamsungOneKoreanOTF 400"/>
              </a:defRPr>
            </a:lvl3pPr>
            <a:lvl4pPr marL="1371600" indent="0">
              <a:buNone/>
              <a:defRPr sz="900">
                <a:latin typeface="SamsungOneKoreanOTF 400"/>
                <a:ea typeface="SamsungOneKoreanOTF 400"/>
                <a:cs typeface="SamsungOneKoreanOTF 400"/>
              </a:defRPr>
            </a:lvl4pPr>
            <a:lvl5pPr marL="1828800" indent="0">
              <a:buNone/>
              <a:defRPr sz="900">
                <a:latin typeface="SamsungOneKoreanOTF 400"/>
                <a:ea typeface="SamsungOneKoreanOTF 400"/>
                <a:cs typeface="SamsungOneKoreanOTF 400"/>
              </a:defRPr>
            </a:lvl5pPr>
            <a:lvl6pPr marL="2286000" indent="0">
              <a:buNone/>
              <a:defRPr sz="900">
                <a:latin typeface="SamsungOneKoreanOTF 400"/>
                <a:ea typeface="SamsungOneKoreanOTF 400"/>
                <a:cs typeface="SamsungOneKoreanOTF 400"/>
              </a:defRPr>
            </a:lvl6pPr>
            <a:lvl7pPr marL="2743200" indent="0">
              <a:buNone/>
              <a:defRPr sz="900">
                <a:latin typeface="SamsungOneKoreanOTF 400"/>
                <a:ea typeface="SamsungOneKoreanOTF 400"/>
                <a:cs typeface="SamsungOneKoreanOTF 400"/>
              </a:defRPr>
            </a:lvl7pPr>
            <a:lvl8pPr marL="3200400" indent="0">
              <a:buNone/>
              <a:defRPr sz="900">
                <a:latin typeface="SamsungOneKoreanOTF 400"/>
                <a:ea typeface="SamsungOneKoreanOTF 400"/>
                <a:cs typeface="SamsungOneKoreanOTF 400"/>
              </a:defRPr>
            </a:lvl8pPr>
            <a:lvl9pPr marL="3657600" indent="0">
              <a:buNone/>
              <a:defRPr sz="900">
                <a:latin typeface="SamsungOneKoreanOTF 400"/>
                <a:ea typeface="SamsungOneKoreanOTF 400"/>
                <a:cs typeface="SamsungOneKoreanOTF 400"/>
              </a:defRPr>
            </a:lvl9pPr>
          </a:lstStyle>
          <a:p>
            <a:pPr lvl="0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SamsungOneKoreanOTF 400"/>
                <a:ea typeface="SamsungOneKoreanOTF 400"/>
                <a:cs typeface="SamsungOneKoreanOTF 400"/>
              </a:rPr>
              <a:t>1/27/13</a:t>
            </a:fld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SamsungOneKoreanOTF 400"/>
                <a:ea typeface="SamsungOneKoreanOTF 400"/>
                <a:cs typeface="SamsungOneKoreanOTF 400"/>
              </a:rPr>
              <a:t>‹#›</a:t>
            </a:fld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>
                <a:latin typeface="SamsungOneKoreanOTF 700"/>
                <a:ea typeface="SamsungOneKoreanOTF 700"/>
                <a:cs typeface="SamsungOneKoreanOTF 700"/>
              </a:defRPr>
            </a:lvl1pPr>
          </a:lstStyle>
          <a:p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title style</a:t>
            </a:r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SamsungOneKoreanOTF 700"/>
                <a:ea typeface="SamsungOneKoreanOTF 700"/>
                <a:cs typeface="SamsungOneKoreanOTF 700"/>
              </a:defRPr>
            </a:lvl1pPr>
            <a:lvl2pPr marL="457200" indent="0">
              <a:buNone/>
              <a:defRPr sz="2800">
                <a:latin typeface="SamsungOneKoreanOTF 500"/>
                <a:ea typeface="SamsungOneKoreanOTF 500"/>
                <a:cs typeface="SamsungOneKoreanOTF 500"/>
              </a:defRPr>
            </a:lvl2pPr>
            <a:lvl3pPr marL="914400" indent="0">
              <a:buNone/>
              <a:defRPr sz="2400">
                <a:latin typeface="SamsungOneKoreanOTF 500"/>
                <a:ea typeface="SamsungOneKoreanOTF 500"/>
                <a:cs typeface="SamsungOneKoreanOTF 500"/>
              </a:defRPr>
            </a:lvl3pPr>
            <a:lvl4pPr marL="1371600" indent="0">
              <a:buNone/>
              <a:defRPr sz="2000">
                <a:latin typeface="SamsungOneKoreanOTF 500"/>
                <a:ea typeface="SamsungOneKoreanOTF 500"/>
                <a:cs typeface="SamsungOneKoreanOTF 500"/>
              </a:defRPr>
            </a:lvl4pPr>
            <a:lvl5pPr marL="1828800" indent="0">
              <a:buNone/>
              <a:defRPr sz="2000">
                <a:latin typeface="SamsungOneKoreanOTF 500"/>
                <a:ea typeface="SamsungOneKoreanOTF 500"/>
                <a:cs typeface="SamsungOneKoreanOTF 500"/>
              </a:defRPr>
            </a:lvl5pPr>
            <a:lvl6pPr marL="2286000" indent="0">
              <a:buNone/>
              <a:defRPr sz="2000">
                <a:latin typeface="SamsungOneKoreanOTF 500"/>
                <a:ea typeface="SamsungOneKoreanOTF 500"/>
                <a:cs typeface="SamsungOneKoreanOTF 500"/>
              </a:defRPr>
            </a:lvl6pPr>
            <a:lvl7pPr marL="2743200" indent="0">
              <a:buNone/>
              <a:defRPr sz="2000">
                <a:latin typeface="SamsungOneKoreanOTF 500"/>
                <a:ea typeface="SamsungOneKoreanOTF 500"/>
                <a:cs typeface="SamsungOneKoreanOTF 500"/>
              </a:defRPr>
            </a:lvl7pPr>
            <a:lvl8pPr marL="3200400" indent="0">
              <a:buNone/>
              <a:defRPr sz="2000">
                <a:latin typeface="SamsungOneKoreanOTF 500"/>
                <a:ea typeface="SamsungOneKoreanOTF 500"/>
                <a:cs typeface="SamsungOneKoreanOTF 500"/>
              </a:defRPr>
            </a:lvl8pPr>
            <a:lvl9pPr marL="3657600" indent="0">
              <a:buNone/>
              <a:defRPr sz="2000">
                <a:latin typeface="SamsungOneKoreanOTF 500"/>
                <a:ea typeface="SamsungOneKoreanOTF 500"/>
                <a:cs typeface="SamsungOneKoreanOTF 500"/>
              </a:defRPr>
            </a:lvl9pPr>
          </a:lstStyle>
          <a:p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SamsungOneKoreanOTF 400"/>
                <a:ea typeface="SamsungOneKoreanOTF 400"/>
                <a:cs typeface="SamsungOneKoreanOTF 400"/>
              </a:defRPr>
            </a:lvl1pPr>
            <a:lvl2pPr marL="457200" indent="0">
              <a:buNone/>
              <a:defRPr sz="1200">
                <a:latin typeface="SamsungOneKoreanOTF 400"/>
                <a:ea typeface="SamsungOneKoreanOTF 400"/>
                <a:cs typeface="SamsungOneKoreanOTF 400"/>
              </a:defRPr>
            </a:lvl2pPr>
            <a:lvl3pPr marL="914400" indent="0">
              <a:buNone/>
              <a:defRPr sz="1000">
                <a:latin typeface="SamsungOneKoreanOTF 400"/>
                <a:ea typeface="SamsungOneKoreanOTF 400"/>
                <a:cs typeface="SamsungOneKoreanOTF 400"/>
              </a:defRPr>
            </a:lvl3pPr>
            <a:lvl4pPr marL="1371600" indent="0">
              <a:buNone/>
              <a:defRPr sz="900">
                <a:latin typeface="SamsungOneKoreanOTF 400"/>
                <a:ea typeface="SamsungOneKoreanOTF 400"/>
                <a:cs typeface="SamsungOneKoreanOTF 400"/>
              </a:defRPr>
            </a:lvl4pPr>
            <a:lvl5pPr marL="1828800" indent="0">
              <a:buNone/>
              <a:defRPr sz="900">
                <a:latin typeface="SamsungOneKoreanOTF 400"/>
                <a:ea typeface="SamsungOneKoreanOTF 400"/>
                <a:cs typeface="SamsungOneKoreanOTF 400"/>
              </a:defRPr>
            </a:lvl5pPr>
            <a:lvl6pPr marL="2286000" indent="0">
              <a:buNone/>
              <a:defRPr sz="900">
                <a:latin typeface="SamsungOneKoreanOTF 400"/>
                <a:ea typeface="SamsungOneKoreanOTF 400"/>
                <a:cs typeface="SamsungOneKoreanOTF 400"/>
              </a:defRPr>
            </a:lvl6pPr>
            <a:lvl7pPr marL="2743200" indent="0">
              <a:buNone/>
              <a:defRPr sz="900">
                <a:latin typeface="SamsungOneKoreanOTF 400"/>
                <a:ea typeface="SamsungOneKoreanOTF 400"/>
                <a:cs typeface="SamsungOneKoreanOTF 400"/>
              </a:defRPr>
            </a:lvl7pPr>
            <a:lvl8pPr marL="3200400" indent="0">
              <a:buNone/>
              <a:defRPr sz="900">
                <a:latin typeface="SamsungOneKoreanOTF 400"/>
                <a:ea typeface="SamsungOneKoreanOTF 400"/>
                <a:cs typeface="SamsungOneKoreanOTF 400"/>
              </a:defRPr>
            </a:lvl8pPr>
            <a:lvl9pPr marL="3657600" indent="0">
              <a:buNone/>
              <a:defRPr sz="900">
                <a:latin typeface="SamsungOneKoreanOTF 400"/>
                <a:ea typeface="SamsungOneKoreanOTF 400"/>
                <a:cs typeface="SamsungOneKoreanOTF 400"/>
              </a:defRPr>
            </a:lvl9pPr>
          </a:lstStyle>
          <a:p>
            <a:pPr lvl="0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SamsungOneKoreanOTF 400"/>
                <a:ea typeface="SamsungOneKoreanOTF 400"/>
                <a:cs typeface="SamsungOneKoreanOTF 400"/>
              </a:rPr>
              <a:t>1/27/13</a:t>
            </a:fld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SamsungOneKoreanOTF 400"/>
                <a:ea typeface="SamsungOneKoreanOTF 400"/>
                <a:cs typeface="SamsungOneKoreanOTF 400"/>
              </a:rPr>
              <a:t>‹#›</a:t>
            </a:fld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title style</a:t>
            </a:r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text styles</a:t>
            </a:r>
          </a:p>
          <a:p>
            <a:pPr lvl="1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Second level</a:t>
            </a:r>
          </a:p>
          <a:p>
            <a:pPr lvl="2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Third level</a:t>
            </a:r>
          </a:p>
          <a:p>
            <a:pPr lvl="3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Fourth level</a:t>
            </a:r>
          </a:p>
          <a:p>
            <a:pPr lvl="4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Fifth level</a:t>
            </a:r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SamsungOneKoreanOTF 400"/>
                <a:ea typeface="SamsungOneKoreanOTF 400"/>
                <a:cs typeface="SamsungOneKoreanOTF 400"/>
              </a:rPr>
              <a:t>1/27/13</a:t>
            </a:fld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SamsungOneKoreanOTF 400"/>
                <a:ea typeface="SamsungOneKoreanOTF 400"/>
                <a:cs typeface="SamsungOneKoreanOTF 400"/>
              </a:rPr>
              <a:t>‹#›</a:t>
            </a:fld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title style</a:t>
            </a:r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text styles</a:t>
            </a:r>
          </a:p>
          <a:p>
            <a:pPr lvl="1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Second level</a:t>
            </a:r>
          </a:p>
          <a:p>
            <a:pPr lvl="2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Third level</a:t>
            </a:r>
          </a:p>
          <a:p>
            <a:pPr lvl="3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Fourth level</a:t>
            </a:r>
          </a:p>
          <a:p>
            <a:pPr lvl="4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Fifth level</a:t>
            </a:r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SamsungOneKoreanOTF 400"/>
                <a:ea typeface="SamsungOneKoreanOTF 400"/>
                <a:cs typeface="SamsungOneKoreanOTF 400"/>
              </a:rPr>
              <a:t>1/27/13</a:t>
            </a:fld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SamsungOneKoreanOTF 400"/>
                <a:ea typeface="SamsungOneKoreanOTF 400"/>
                <a:cs typeface="SamsungOneKoreanOTF 400"/>
              </a:rPr>
              <a:t>‹#›</a:t>
            </a:fld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title style</a:t>
            </a:r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Click to edit Master text styles</a:t>
            </a:r>
          </a:p>
          <a:p>
            <a:pPr lvl="1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Second level</a:t>
            </a:r>
          </a:p>
          <a:p>
            <a:pPr lvl="2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Third level</a:t>
            </a:r>
          </a:p>
          <a:p>
            <a:pPr lvl="3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Fourth level</a:t>
            </a:r>
          </a:p>
          <a:p>
            <a:pPr lvl="4"/>
            <a:r>
              <a:rPr lang="en-US" smtClean="0">
                <a:latin typeface="SamsungOneKoreanOTF 400"/>
                <a:ea typeface="SamsungOneKoreanOTF 400"/>
                <a:cs typeface="SamsungOneKoreanOTF 400"/>
              </a:rPr>
              <a:t>Fifth level</a:t>
            </a:r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amsungOneKoreanOTF 400"/>
                <a:ea typeface="SamsungOneKoreanOTF 400"/>
                <a:cs typeface="SamsungOneKoreanOTF 400"/>
              </a:defRPr>
            </a:lvl1pPr>
          </a:lstStyle>
          <a:p>
            <a:fld id="{5BCAD085-E8A6-8845-BD4E-CB4CCA059FC4}" type="datetimeFigureOut">
              <a:rPr lang="en-US" smtClean="0">
                <a:latin typeface="SamsungOneKoreanOTF 400"/>
                <a:ea typeface="SamsungOneKoreanOTF 400"/>
                <a:cs typeface="SamsungOneKoreanOTF 400"/>
              </a:rPr>
              <a:t>1/27/13</a:t>
            </a:fld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amsungOneKoreanOTF 400"/>
                <a:ea typeface="SamsungOneKoreanOTF 400"/>
                <a:cs typeface="SamsungOneKoreanOTF 400"/>
              </a:defRPr>
            </a:lvl1pPr>
          </a:lstStyle>
          <a:p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amsungOneKoreanOTF 400"/>
                <a:ea typeface="SamsungOneKoreanOTF 400"/>
                <a:cs typeface="SamsungOneKoreanOTF 400"/>
              </a:defRPr>
            </a:lvl1pPr>
          </a:lstStyle>
          <a:p>
            <a:fld id="{C1FF6DA9-008F-8B48-92A6-B652298478BF}" type="slidenum">
              <a:rPr lang="en-US" smtClean="0">
                <a:latin typeface="SamsungOneKoreanOTF 400"/>
                <a:ea typeface="SamsungOneKoreanOTF 400"/>
                <a:cs typeface="SamsungOneKoreanOTF 400"/>
              </a:rPr>
              <a:t>‹#›</a:t>
            </a:fld>
            <a:endParaRPr lang="en-US">
              <a:latin typeface="SamsungOneKoreanOTF 400"/>
              <a:ea typeface="SamsungOneKoreanOTF 400"/>
              <a:cs typeface="SamsungOneKoreanOTF 400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SamsungOneKoreanOTF 700"/>
          <a:ea typeface="SamsungOneKoreanOTF 700"/>
          <a:cs typeface="SamsungOneKoreanOTF 70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SamsungOneKoreanOTF 700"/>
          <a:ea typeface="SamsungOneKoreanOTF 700"/>
          <a:cs typeface="SamsungOneKoreanOTF 70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SamsungOneKoreanOTF 500"/>
          <a:ea typeface="SamsungOneKoreanOTF 500"/>
          <a:cs typeface="SamsungOneKoreanOTF 50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SamsungOneKoreanOTF 500"/>
          <a:ea typeface="SamsungOneKoreanOTF 500"/>
          <a:cs typeface="SamsungOneKoreanOTF 50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SamsungOneKoreanOTF 500"/>
          <a:ea typeface="SamsungOneKoreanOTF 500"/>
          <a:cs typeface="SamsungOneKoreanOTF 50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SamsungOneKoreanOTF 500"/>
          <a:ea typeface="SamsungOneKoreanOTF 500"/>
          <a:cs typeface="SamsungOneKoreanOTF 50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SamsungOneKoreanOTF 500"/>
          <a:ea typeface="SamsungOneKoreanOTF 500"/>
          <a:cs typeface="SamsungOneKoreanOTF 500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SamsungOneKoreanOTF 500"/>
          <a:ea typeface="SamsungOneKoreanOTF 500"/>
          <a:cs typeface="SamsungOneKoreanOTF 500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SamsungOneKoreanOTF 500"/>
          <a:ea typeface="SamsungOneKoreanOTF 500"/>
          <a:cs typeface="SamsungOneKoreanOTF 500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SamsungOneKoreanOTF 500"/>
          <a:ea typeface="SamsungOneKoreanOTF 500"/>
          <a:cs typeface="SamsungOneKoreanOTF 500"/>
        </a:defRPr>
      </a:lvl9pPr>
    </p:bodyStyle>
    <p:otherStyle>
      <a:defPPr>
        <a:defRPr lang="en-US">
          <a:latin typeface="SamsungOneKoreanOTF 400"/>
          <a:ea typeface="SamsungOneKoreanOTF 400"/>
          <a:cs typeface="SamsungOneKoreanOTF 400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SamsungOneKoreanOTF 500"/>
          <a:ea typeface="SamsungOneKoreanOTF 500"/>
          <a:cs typeface="SamsungOneKoreanOTF 500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SamsungOneKoreanOTF 500"/>
          <a:ea typeface="SamsungOneKoreanOTF 500"/>
          <a:cs typeface="SamsungOneKoreanOTF 500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SamsungOneKoreanOTF 500"/>
          <a:ea typeface="SamsungOneKoreanOTF 500"/>
          <a:cs typeface="SamsungOneKoreanOTF 500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SamsungOneKoreanOTF 500"/>
          <a:ea typeface="SamsungOneKoreanOTF 500"/>
          <a:cs typeface="SamsungOneKoreanOTF 500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SamsungOneKoreanOTF 500"/>
          <a:ea typeface="SamsungOneKoreanOTF 500"/>
          <a:cs typeface="SamsungOneKoreanOTF 500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SamsungOneKoreanOTF 500"/>
          <a:ea typeface="SamsungOneKoreanOTF 500"/>
          <a:cs typeface="SamsungOneKoreanOTF 500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SamsungOneKoreanOTF 500"/>
          <a:ea typeface="SamsungOneKoreanOTF 500"/>
          <a:cs typeface="SamsungOneKoreanOTF 500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SamsungOneKoreanOTF 500"/>
          <a:ea typeface="SamsungOneKoreanOTF 500"/>
          <a:cs typeface="SamsungOneKoreanOTF 500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SamsungOneKoreanOTF 500"/>
          <a:ea typeface="SamsungOneKoreanOTF 500"/>
          <a:cs typeface="SamsungOneKoreanOTF 500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650" y="4451002"/>
            <a:ext cx="7124700" cy="581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55532" y="1825972"/>
            <a:ext cx="748093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b="0" sz="3750" i="0" u="none">
                <a:solidFill>
                  <a:srgbClr val="CBD5E1"/>
                </a:solidFill>
                <a:latin typeface="SamsungOneKoreanOTF 700"/>
                <a:ea typeface="SamsungOneKoreanOTF 700"/>
                <a:cs typeface="SamsungOneKoreanOTF 700"/>
              </a:rPr>
              <a:t>Viral to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55532" y="2587972"/>
            <a:ext cx="7480935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sz="5250" i="0" u="none">
                <a:solidFill>
                  <a:srgbClr val="06B6D4"/>
                </a:solidFill>
                <a:latin typeface="SamsungOneKoreanOTF 700"/>
                <a:ea typeface="SamsungOneKoreanOTF 700"/>
                <a:cs typeface="SamsungOneKoreanOTF 700"/>
              </a:rPr>
              <a:t>생성형 AI</a:t>
            </a:r>
            <a:r>
              <a:rPr sz="5250" i="0" u="none">
                <a:solidFill>
                  <a:srgbClr val="F8FAFC"/>
                </a:solidFill>
                <a:latin typeface="SamsungOneKoreanOTF 700"/>
                <a:ea typeface="SamsungOneKoreanOTF 700"/>
                <a:cs typeface="SamsungOneKoreanOTF 700"/>
              </a:rPr>
              <a:t> 활용 경진대회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3650" y="3578572"/>
            <a:ext cx="712470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94A3B8"/>
                </a:solidFill>
                <a:latin typeface="SamsungOneKoreanOTF 500"/>
                <a:ea typeface="SamsungOneKoreanOTF 500"/>
                <a:cs typeface="SamsungOneKoreanOTF 500"/>
              </a:rPr>
              <a:t>방대한 바이럴을 하나로 — 혼수가전 삼성 vs LG 전국 비교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811833"/>
            <a:ext cx="522922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6775" y="1811833"/>
            <a:ext cx="4943475" cy="1855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i="0" u="none">
                <a:solidFill>
                  <a:srgbClr val="F8FAFC"/>
                </a:solidFill>
                <a:latin typeface="SamsungOneKoreanOTF 500"/>
                <a:ea typeface="SamsungOneKoreanOTF 500"/>
                <a:cs typeface="SamsungOneKoreanOTF 500"/>
              </a:rPr>
              <a:t>왜 이 프로그램을 만들었는가? (배경)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3905250"/>
            <a:ext cx="4943475" cy="1855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i="0" u="none">
                <a:solidFill>
                  <a:srgbClr val="F8FAFC"/>
                </a:solidFill>
                <a:latin typeface="SamsungOneKoreanOTF 500"/>
                <a:ea typeface="SamsungOneKoreanOTF 500"/>
                <a:cs typeface="SamsungOneKoreanOTF 500"/>
              </a:rPr>
              <a:t>누가 사용하는가? (타겟 유저)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821358"/>
            <a:ext cx="5210175" cy="3790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2318444"/>
            <a:ext cx="49434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94A3B8"/>
                </a:solidFill>
                <a:latin typeface="SamsungOneKoreanOTF 300"/>
                <a:ea typeface="SamsungOneKoreanOTF 300"/>
                <a:cs typeface="SamsungOneKoreanOTF 300"/>
              </a:rPr>
              <a:t>고객 니즈, 경쟁사 동향, 가전 트렌드는 웨딩카페·유튜브·인스타 등 방대한 온라인 세상에 흩어져 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057525"/>
            <a:ext cx="49434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SamsungOneKoreanOTF 400"/>
                <a:ea typeface="SamsungOneKoreanOTF 400"/>
                <a:cs typeface="SamsungOneKoreanOTF 400"/>
              </a:rPr>
              <a:t>예: 흩어진 반응을 한곳에 모아 보면 판매전략, 고객 상담, 현장 액션의 무기가 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FFFFFF"/>
                </a:solidFill>
                <a:latin typeface="SamsungOneKoreanOTF 700"/>
                <a:ea typeface="SamsungOneKoreanOTF 700"/>
                <a:cs typeface="SamsungOneKoreanOTF 700"/>
              </a:rPr>
              <a:t>1. 기획 배경 및 타겟 (Why &amp; Who)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581025"/>
            <a:ext cx="57150" cy="571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1830883"/>
            <a:ext cx="952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924300"/>
            <a:ext cx="9525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6775" y="4411860"/>
            <a:ext cx="49434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94A3B8"/>
                </a:solidFill>
                <a:latin typeface="SamsungOneKoreanOTF 300"/>
                <a:ea typeface="SamsungOneKoreanOTF 300"/>
                <a:cs typeface="SamsungOneKoreanOTF 300"/>
              </a:rPr>
              <a:t>전국 백화점 삼성스토어의 매장 매니저, 지역 영업팀, 본사 전략 담당자.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5150941"/>
            <a:ext cx="49434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SamsungOneKoreanOTF 400"/>
                <a:ea typeface="SamsungOneKoreanOTF 400"/>
                <a:cs typeface="SamsungOneKoreanOTF 400"/>
              </a:rPr>
              <a:t>예: 부울경 담당자가 롯데 부산본점의 삼성 vs LG 후기 현황을 즉시 확인.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01142"/>
            <a:ext cx="5324475" cy="380806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01142"/>
            <a:ext cx="5324475" cy="38080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3420367"/>
            <a:ext cx="45434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64748B"/>
                </a:solidFill>
                <a:latin typeface="SamsungOneKoreanOTF 300"/>
                <a:ea typeface="SamsungOneKoreanOTF 300"/>
                <a:cs typeface="SamsungOneKoreanOTF 300"/>
              </a:rPr>
              <a:t>"기존에는 이렇게 일했습니다."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7025" y="3420367"/>
            <a:ext cx="45434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64748B"/>
                </a:solidFill>
                <a:latin typeface="SamsungOneKoreanOTF 300"/>
                <a:ea typeface="SamsungOneKoreanOTF 300"/>
                <a:cs typeface="SamsungOneKoreanOTF 300"/>
              </a:rPr>
              <a:t>"생성형 AI를 통해 이렇게 바뀝니다."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2520255"/>
            <a:ext cx="219075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33500" y="2391667"/>
            <a:ext cx="230028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94A3B8"/>
                </a:solidFill>
                <a:latin typeface="SamsungOneKoreanOTF 500"/>
                <a:ea typeface="SamsungOneKoreanOTF 500"/>
                <a:cs typeface="SamsungOneKoreanOTF 500"/>
              </a:rPr>
              <a:t>기존 방식 (As-Is)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300" y="3789908"/>
            <a:ext cx="4257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SamsungOneKoreanOTF 400"/>
                <a:ea typeface="SamsungOneKoreanOTF 400"/>
                <a:cs typeface="SamsungOneKoreanOTF 400"/>
              </a:rPr>
              <a:t>웨딩카페·유튜브·인스타를 하나하나 검색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7300" y="4332833"/>
            <a:ext cx="4257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SamsungOneKoreanOTF 400"/>
                <a:ea typeface="SamsungOneKoreanOTF 400"/>
                <a:cs typeface="SamsungOneKoreanOTF 400"/>
              </a:rPr>
              <a:t>후기 12만 건 — 다 읽으면 약 1,000시간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7300" y="4875758"/>
            <a:ext cx="4257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SamsungOneKoreanOTF 400"/>
                <a:ea typeface="SamsungOneKoreanOTF 400"/>
                <a:cs typeface="SamsungOneKoreanOTF 400"/>
              </a:rPr>
              <a:t>매장·품목별 비교 불가, 감에 의존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025" y="2520255"/>
            <a:ext cx="323850" cy="285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43750" y="2391667"/>
            <a:ext cx="246030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A5B4FC"/>
                </a:solidFill>
                <a:latin typeface="SamsungOneKoreanOTF 500"/>
                <a:ea typeface="SamsungOneKoreanOTF 500"/>
                <a:cs typeface="SamsungOneKoreanOTF 500"/>
              </a:rPr>
              <a:t>AI 도입 후 (To-Be)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2775" y="3789908"/>
            <a:ext cx="4257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FFFFFF"/>
                </a:solidFill>
                <a:latin typeface="SamsungOneKoreanOTF 400"/>
                <a:ea typeface="SamsungOneKoreanOTF 400"/>
                <a:cs typeface="SamsungOneKoreanOTF 400"/>
              </a:rPr>
              <a:t>AI 에이전트 18개가 9개 채널 상시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2775" y="4332833"/>
            <a:ext cx="4257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FFFFFF"/>
                </a:solidFill>
                <a:latin typeface="SamsungOneKoreanOTF 400"/>
                <a:ea typeface="SamsungOneKoreanOTF 400"/>
                <a:cs typeface="SamsungOneKoreanOTF 400"/>
              </a:rPr>
              <a:t>대시보드 하나로 수 분 내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2775" y="4875758"/>
            <a:ext cx="4257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FFFFFF"/>
                </a:solidFill>
                <a:latin typeface="SamsungOneKoreanOTF 400"/>
                <a:ea typeface="SamsungOneKoreanOTF 400"/>
                <a:cs typeface="SamsungOneKoreanOTF 400"/>
              </a:rPr>
              <a:t>전국→지역→매장 드릴다운·현장 액션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FFFFFF"/>
                </a:solidFill>
                <a:latin typeface="SamsungOneKoreanOTF 700"/>
                <a:ea typeface="SamsungOneKoreanOTF 700"/>
                <a:cs typeface="SamsungOneKoreanOTF 700"/>
              </a:rPr>
              <a:t>2. 프로세스의 변화 (As-Is vs To-Be)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1025" y="581025"/>
            <a:ext cx="57150" cy="571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" y="3808958"/>
            <a:ext cx="9525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" y="4351883"/>
            <a:ext cx="9525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" y="4894808"/>
            <a:ext cx="9525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7025" y="3808958"/>
            <a:ext cx="9525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7025" y="4351883"/>
            <a:ext cx="9525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7025" y="4894808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70769"/>
            <a:ext cx="3486150" cy="40689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1870769"/>
            <a:ext cx="3486150" cy="40689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870769"/>
            <a:ext cx="3486150" cy="40689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261294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3261419"/>
            <a:ext cx="204025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F1F5F9"/>
                </a:solidFill>
                <a:latin typeface="SamsungOneKoreanOTF 500"/>
                <a:ea typeface="SamsungOneKoreanOTF 500"/>
                <a:cs typeface="SamsungOneKoreanOTF 500"/>
              </a:rPr>
              <a:t>시간 단축 (효율성)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928169"/>
            <a:ext cx="289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SamsungOneKoreanOTF 400"/>
                <a:ea typeface="SamsungOneKoreanOTF 400"/>
                <a:cs typeface="SamsungOneKoreanOTF 400"/>
              </a:rPr>
              <a:t>누적 후기 12만 건 — 한 건 30초씩만 읽어도 약 1,000시간, 대시보드로는 수 분이면 확인합니다.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5147369"/>
            <a:ext cx="2895600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1" u="none">
                <a:solidFill>
                  <a:srgbClr val="64748B"/>
                </a:solidFill>
                <a:latin typeface="SamsungOneKoreanOTF 300"/>
                <a:ea typeface="SamsungOneKoreanOTF 300"/>
                <a:cs typeface="SamsungOneKoreanOTF 300"/>
              </a:rPr>
              <a:t>예: 주간 모니터링 4시간 → 10분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261294"/>
            <a:ext cx="762000" cy="76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48200" y="3261419"/>
            <a:ext cx="156019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F1F5F9"/>
                </a:solidFill>
                <a:latin typeface="SamsungOneKoreanOTF 500"/>
                <a:ea typeface="SamsungOneKoreanOTF 500"/>
                <a:cs typeface="SamsungOneKoreanOTF 500"/>
              </a:rPr>
              <a:t>현장 액션 연결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200" y="3928169"/>
            <a:ext cx="289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SamsungOneKoreanOTF 400"/>
                <a:ea typeface="SamsungOneKoreanOTF 400"/>
                <a:cs typeface="SamsungOneKoreanOTF 400"/>
              </a:rPr>
              <a:t>우위·열세 진단이 품목 상담 화법, 담당자 실명 후기 요청 등 매장의 현장 액션으로 바로 이어집니다.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8200" y="5147369"/>
            <a:ext cx="2895600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1" u="none">
                <a:solidFill>
                  <a:srgbClr val="64748B"/>
                </a:solidFill>
                <a:latin typeface="SamsungOneKoreanOTF 300"/>
                <a:ea typeface="SamsungOneKoreanOTF 300"/>
                <a:cs typeface="SamsungOneKoreanOTF 300"/>
              </a:rPr>
              <a:t>예: 백화점 71개점 매장별 처방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261294"/>
            <a:ext cx="762000" cy="762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20100" y="3261419"/>
            <a:ext cx="28956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F1F5F9"/>
                </a:solidFill>
                <a:latin typeface="SamsungOneKoreanOTF 500"/>
                <a:ea typeface="SamsungOneKoreanOTF 500"/>
                <a:cs typeface="SamsungOneKoreanOTF 500"/>
              </a:rPr>
              <a:t>비용 절감 (환산)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0100" y="3928169"/>
            <a:ext cx="289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SamsungOneKoreanOTF 400"/>
                <a:ea typeface="SamsungOneKoreanOTF 400"/>
                <a:cs typeface="SamsungOneKoreanOTF 400"/>
              </a:rPr>
              <a:t>수작업 분석 1,000시간을 인건비로 환산하면 약 3,000만 원 상당입니다 (시간당 3만 원 가정).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0100" y="5147369"/>
            <a:ext cx="2895600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1" u="none">
                <a:solidFill>
                  <a:srgbClr val="64748B"/>
                </a:solidFill>
                <a:latin typeface="SamsungOneKoreanOTF 300"/>
                <a:ea typeface="SamsungOneKoreanOTF 300"/>
                <a:cs typeface="SamsungOneKoreanOTF 300"/>
              </a:rPr>
              <a:t>예: 1인당 연 600만 원 절감 효과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00" y="2451794"/>
            <a:ext cx="381000" cy="3810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4887" y="2451794"/>
            <a:ext cx="428625" cy="3810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10600" y="2451794"/>
            <a:ext cx="381000" cy="381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FFFFFF"/>
                </a:solidFill>
                <a:latin typeface="SamsungOneKoreanOTF 700"/>
                <a:ea typeface="SamsungOneKoreanOTF 700"/>
                <a:cs typeface="SamsungOneKoreanOTF 700"/>
              </a:rPr>
              <a:t>3. 도입 효과 및 기대 가치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025" y="581025"/>
            <a:ext cx="57150" cy="571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534066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FFFFFF"/>
                </a:solidFill>
                <a:latin typeface="SamsungOneKoreanOTF 700"/>
                <a:ea typeface="SamsungOneKoreanOTF 700"/>
                <a:cs typeface="SamsungOneKoreanOTF 700"/>
              </a:rPr>
              <a:t>4. 주요 기능 및 시연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5" y="581025"/>
            <a:ext cx="57150" cy="5715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700212"/>
            <a:ext cx="2209800" cy="295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2185987"/>
            <a:ext cx="5540692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A5B4FC"/>
                </a:solidFill>
                <a:latin typeface="SamsungOneKoreanOTF 500"/>
                <a:ea typeface="SamsungOneKoreanOTF 500"/>
                <a:cs typeface="SamsungOneKoreanOTF 500"/>
              </a:rPr>
              <a:t>전국 지도에서 매장 하나까지 —</a:t>
            </a:r>
            <a:br>
              <a:rPr b="0" sz="2100" i="0" u="none">
                <a:solidFill>
                  <a:srgbClr val="A5B4FC"/>
                </a:solidFill>
                <a:latin typeface="SamsungOneKoreanOTF 500"/>
                <a:ea typeface="SamsungOneKoreanOTF 500"/>
                <a:cs typeface="SamsungOneKoreanOTF 500"/>
              </a:rPr>
            </a:br>
            <a:r>
              <a:rPr b="0" sz="2100" i="0" u="none">
                <a:solidFill>
                  <a:srgbClr val="A5B4FC"/>
                </a:solidFill>
                <a:latin typeface="SamsungOneKoreanOTF 500"/>
                <a:ea typeface="SamsungOneKoreanOTF 500"/>
                <a:cs typeface="SamsungOneKoreanOTF 500"/>
              </a:rPr>
              <a:t>클릭 몇 번이면 닿습니다.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3367087"/>
            <a:ext cx="52768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SamsungOneKoreanOTF 400"/>
                <a:ea typeface="SamsungOneKoreanOTF 400"/>
                <a:cs typeface="SamsungOneKoreanOTF 400"/>
              </a:rPr>
              <a:t>웨딩카페 후기 12만 건부터 유튜브 반응, 인스타 동향, 제휴카페 84곳의 홍보·고객 반응까지 한곳에서 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310062"/>
            <a:ext cx="52768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i="0" u="none">
                <a:solidFill>
                  <a:srgbClr val="94A3B8"/>
                </a:solidFill>
                <a:latin typeface="SamsungOneKoreanOTF 500"/>
                <a:ea typeface="SamsungOneKoreanOTF 500"/>
                <a:cs typeface="SamsungOneKoreanOTF 500"/>
              </a:rPr>
              <a:t>시연 포인트: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" y="4852987"/>
            <a:ext cx="114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SamsungOneKoreanOTF 400"/>
                <a:ea typeface="SamsungOneKoreanOTF 400"/>
                <a:cs typeface="SamsungOneKoreanOTF 400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4852987"/>
            <a:ext cx="5086350" cy="3048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SamsungOneKoreanOTF 400"/>
                <a:ea typeface="SamsungOneKoreanOTF 400"/>
                <a:cs typeface="SamsungOneKoreanOTF 400"/>
              </a:rPr>
              <a:t>메인 → 채널별 현황 → 전국·지역·매장 드릴다운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5253037"/>
            <a:ext cx="114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SamsungOneKoreanOTF 400"/>
                <a:ea typeface="SamsungOneKoreanOTF 400"/>
                <a:cs typeface="SamsungOneKoreanOTF 400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5253037"/>
            <a:ext cx="5086350" cy="6096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SamsungOneKoreanOTF 400"/>
                <a:ea typeface="SamsungOneKoreanOTF 400"/>
                <a:cs typeface="SamsungOneKoreanOTF 400"/>
              </a:rPr>
              <a:t>우위는 파란색, 열세는 빨간색 — 매장별 처방까지 한 화면에서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1834455"/>
            <a:ext cx="11581447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0" i="0" u="none">
                <a:solidFill>
                  <a:srgbClr val="06B6D4"/>
                </a:solidFill>
                <a:latin typeface="SamsungOneKoreanOTF 700"/>
                <a:ea typeface="SamsungOneKoreanOTF 700"/>
                <a:cs typeface="SamsungOneKoreanOTF 700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3529905"/>
            <a:ext cx="11029950" cy="42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b="0" sz="2100" i="0" u="none">
                <a:solidFill>
                  <a:srgbClr val="F1F5F9"/>
                </a:solidFill>
                <a:latin typeface="SamsungOneKoreanOTF 500"/>
                <a:ea typeface="SamsungOneKoreanOTF 500"/>
                <a:cs typeface="SamsungOneKoreanOTF 500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528095"/>
            <a:ext cx="11029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64748B"/>
                </a:solidFill>
                <a:latin typeface="SamsungOneKoreanOTF 400"/>
                <a:ea typeface="SamsungOneKoreanOTF 400"/>
                <a:cs typeface="SamsungOneKoreanOTF 400"/>
              </a:rPr>
              <a:t>후기는 고객이 씁니다 — 그 목소리를 매장의 액션으로 잇겠습니다.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2927151"/>
            <a:ext cx="1102995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1025" y="39004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1025" y="39004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175694"/>
            <a:ext cx="1533525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76400" y="3070026"/>
            <a:ext cx="993457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SamsungOneKoreanOTF 400"/>
                <a:ea typeface="SamsungOneKoreanOTF 400"/>
                <a:cs typeface="SamsungOneKoreanOTF 400"/>
              </a:rPr>
              <a:t>https://static.vecteezy.com/system/resources/thumbnails/035/485/340/small/ai-generated-bright-and-clean-office-environment-abstract-background-bright-office-with-plants-and-large-windows-by-generated-ai-photo.jpg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" y="3513832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SamsungOneKoreanOTF 400"/>
                <a:ea typeface="SamsungOneKoreanOTF 400"/>
                <a:cs typeface="SamsungOneKoreanOTF 400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SamsungOneKoreanOTF 400"/>
                <a:ea typeface="SamsungOneKoreanOTF 400"/>
                <a:cs typeface="SamsungOneKoreanOTF 400"/>
              </a:rPr>
              <a:t>www.vecteezy.com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15855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76400" y="4052887"/>
            <a:ext cx="993457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SamsungOneKoreanOTF 400"/>
                <a:ea typeface="SamsungOneKoreanOTF 400"/>
                <a:cs typeface="SamsungOneKoreanOTF 400"/>
              </a:rPr>
              <a:t>https://png.pngtree.com/thumb_back/fh260/background/20260730/pngtree-abstract-futuristic-technology-data-wave-background-with-glowing-blue-ai-digital-image_22102064.webp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4496692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SamsungOneKoreanOTF 400"/>
                <a:ea typeface="SamsungOneKoreanOTF 400"/>
                <a:cs typeface="SamsungOneKoreanOTF 400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SamsungOneKoreanOTF 400"/>
                <a:ea typeface="SamsungOneKoreanOTF 400"/>
                <a:cs typeface="SamsungOneKoreanOTF 400"/>
              </a:rPr>
              <a:t>pngtree.com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FFFFFF"/>
                </a:solidFill>
                <a:latin typeface="SamsungOneKoreanOTF 700"/>
                <a:ea typeface="SamsungOneKoreanOTF 700"/>
                <a:cs typeface="SamsungOneKoreanOTF 700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581025"/>
            <a:ext cx="57150" cy="571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SamsungOneKoreanOTF 700"/>
        <a:ea typeface="SamsungOneKoreanOTF 700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amsungOneKoreanOTF 400"/>
        <a:ea typeface="SamsungOneKoreanOTF 400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